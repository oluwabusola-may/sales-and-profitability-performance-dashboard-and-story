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DistributioncentrenearPhilladelphia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BF55D14-751C-4154-BCF0-EC1BA312108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Distribution centre near Philladelphia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9A05CB0-B623-4AD8-BA7A-36CF8561A41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2/10/2026 10:49:03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C8946ABF-5573-4816-8EE7-37C2427DD9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98" y="0"/>
            <a:ext cx="7233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0D5D9392-7842-4024-9160-6466626B60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98" y="0"/>
            <a:ext cx="7233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839FF1D1-DBCC-4B8A-A485-617D01BB7E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98" y="0"/>
            <a:ext cx="7233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5" name="slide5">
            <a:extLst>
              <a:ext uri="{FF2B5EF4-FFF2-40B4-BE49-F238E27FC236}">
                <a16:creationId xmlns:a16="http://schemas.microsoft.com/office/drawing/2014/main" id="{9076FC34-6043-48EC-B9DC-661603DF28A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98" y="0"/>
            <a:ext cx="7233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6" name="slide6">
            <a:extLst>
              <a:ext uri="{FF2B5EF4-FFF2-40B4-BE49-F238E27FC236}">
                <a16:creationId xmlns:a16="http://schemas.microsoft.com/office/drawing/2014/main" id="{7A90BC3F-8BBC-4437-9AA7-D91A2A0EF36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98" y="0"/>
            <a:ext cx="7233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6" id="7" name="slide7">
            <a:extLst>
              <a:ext uri="{FF2B5EF4-FFF2-40B4-BE49-F238E27FC236}">
                <a16:creationId xmlns:a16="http://schemas.microsoft.com/office/drawing/2014/main" id="{67771FF6-41A8-4CCC-A0CF-CF65902E0C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98" y="0"/>
            <a:ext cx="7233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2026-02-10T10:49:06Z</dcterms:created>
  <dcterms:modified xsi:type="dcterms:W3CDTF">2026-02-10T10:49:06Z</dcterms:modified>
</cp:coreProperties>
</file>